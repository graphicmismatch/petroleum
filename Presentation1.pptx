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5099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034234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1393109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694509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68103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032972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813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6887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1085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80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587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29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DE62CA-E2C0-422B-FDC6-5DBF9A5E61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442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530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552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817B5-3759-5EAD-9F55-B85C22F3DF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51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13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649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51A61A-D987-5493-6FCF-15FB1E3A6B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581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9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590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B9C7D4-3427-8933-EC78-83396DCE85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630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735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5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27C703-436D-B5AB-1EC8-8E9F67A01C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71D95-6785-92F5-456E-C9FD8506AF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6C7816-8524-DA2A-C1E2-E78AAB92A1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9B11A-CD81-2DE9-1607-DA0C7FFD96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571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820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045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E3ED89-2C28-7ADC-09A0-044D095D2B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5F1629-B8CB-A472-FC82-0C8C1646D3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0E836F-8C45-78F9-2005-7D558FE1D9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6E49F8-12D1-D692-CEC1-98675E16E1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86504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81878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6095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93721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31000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6917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3236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59821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52602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88653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2510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5205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18016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975855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50158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7313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048870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82705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33344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15114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70478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38881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1593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8111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297260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819347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223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97367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67018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6312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68021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13482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98485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9325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069377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036181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9796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766619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05620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21936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06386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74782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77852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998186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02014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80921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07709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46231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846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151663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7253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48321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2569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780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552136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4075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735712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962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33764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55055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296495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979749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59327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07070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9" y="-39686"/>
            <a:ext cx="12230100" cy="6954836"/>
          </a:xfrm>
          <a:prstGeom prst="rect">
            <a:avLst/>
          </a:prstGeom>
        </p:spPr>
      </p:pic>
      <p:sp>
        <p:nvSpPr>
          <p:cNvPr id="1627046635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Petroleum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63588550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Software Audio Synthesizer Optimized for Game Audio Creation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23BCE2281-Rayan Vishal Madan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1858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48418"/>
            <a:ext cx="12230097" cy="6954836"/>
          </a:xfrm>
          <a:prstGeom prst="rect">
            <a:avLst/>
          </a:prstGeom>
        </p:spPr>
      </p:pic>
      <p:sp>
        <p:nvSpPr>
          <p:cNvPr id="1487574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Need For the Project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606668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Game development has three pillars: visuals, audio and behaviour.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Visual and behaviour tools scale from small to large projects.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Audio has no equivalent - nothing bridges simple and complex.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07303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3401769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Objectives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069083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Scale from hackathon projects to multi-year productions.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Replace skeuomorphic synth design with a flat UI.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Combine sfxr/bfxr simplicity with advanced sound design.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Support additive, subtractive and FM modular synthesis.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Support microtonality.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20571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6028519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Existing Programs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2546183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936149" y="1825624"/>
            <a:ext cx="441765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VCV Rack: Bad UX, Complex.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BFXR: Simple, Easy to use, limited.</a:t>
            </a:r>
            <a:r>
              <a:rPr>
                <a:solidFill>
                  <a:schemeClr val="bg1"/>
                </a:solidFill>
              </a:rPr>
              <a:t> Music not possible.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Bosca Ceoil: Simple, Easy, limited. Cannot make sound effects.</a:t>
            </a:r>
            <a:endParaRPr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>
              <a:solidFill>
                <a:schemeClr val="bg1"/>
              </a:solidFill>
            </a:endParaRPr>
          </a:p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11050314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8198" y="1471320"/>
            <a:ext cx="3594855" cy="2529973"/>
          </a:xfrm>
          <a:prstGeom prst="rect">
            <a:avLst/>
          </a:prstGeom>
        </p:spPr>
      </p:pic>
      <p:pic>
        <p:nvPicPr>
          <p:cNvPr id="122765433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901814" y="1219199"/>
            <a:ext cx="3352695" cy="3276599"/>
          </a:xfrm>
          <a:prstGeom prst="rect">
            <a:avLst/>
          </a:prstGeom>
        </p:spPr>
      </p:pic>
      <p:pic>
        <p:nvPicPr>
          <p:cNvPr id="78492468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82949" y="4001293"/>
            <a:ext cx="3905249" cy="275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3415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1543665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Limitations in Current Implementations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025626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Poor user experience.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Tools are either too limited or too overwhelming.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Most assume the 12-note chromatic scale, blocking microtonal work.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Knob-based UIs are awkward with a mouse and keyboard.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90106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5608741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Methodology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11673883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Quick sound generation that outputs an editable patch.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Node-graph workflow for non-destructive editing.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Context menus over toolbars, with a flat UI.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JavaFX for the UI; javax.sound.sampled for audio.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Factory pattern for creating nodes.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04670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7700964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Quick Sounds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9082841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5000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bfxr-style categories: Pickup, Laser, Explosion and more.</a:t>
            </a:r>
            <a:endParaRPr/>
          </a:p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Every roll is a real patch, not a preset.</a:t>
            </a:r>
            <a:endParaRPr/>
          </a:p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One click opens it in the graph editor.</a:t>
            </a:r>
            <a:endParaRPr/>
          </a:p>
        </p:txBody>
      </p:sp>
      <p:pic>
        <p:nvPicPr>
          <p:cNvPr id="1369225103" name="Screenshot" descr="Quick Sounds screensho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00000" y="1825625"/>
            <a:ext cx="6853800" cy="3855262"/>
          </a:xfrm>
          <a:prstGeom prst="rect">
            <a:avLst/>
          </a:prstGeom>
          <a:ln w="9525">
            <a:solidFill>
              <a:srgbClr val="4A4E5C"/>
            </a:solidFill>
          </a:ln>
          <a:effectLst>
            <a:outerShdw blurRad="190500" dist="38100" dir="5400000" algn="t" rotWithShape="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2463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703973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Graph Editor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61510091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5000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Nodes wired on a canvas; edits are non-destructive.</a:t>
            </a:r>
            <a:endParaRPr/>
          </a:p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Macros expose key parameters as sliders.</a:t>
            </a:r>
            <a:endParaRPr/>
          </a:p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Right-click to add any node.</a:t>
            </a:r>
            <a:endParaRPr/>
          </a:p>
        </p:txBody>
      </p:sp>
      <p:pic>
        <p:nvPicPr>
          <p:cNvPr id="431322071" name="Screenshot" descr="Graph Editor screensho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00000" y="1825625"/>
            <a:ext cx="6853800" cy="3855262"/>
          </a:xfrm>
          <a:prstGeom prst="rect">
            <a:avLst/>
          </a:prstGeom>
          <a:ln w="9525">
            <a:solidFill>
              <a:srgbClr val="4A4E5C"/>
            </a:solidFill>
          </a:ln>
          <a:effectLst>
            <a:outerShdw blurRad="190500" dist="38100" dir="5400000" algn="t" rotWithShape="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11351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20944896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Built-in Documentation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02106348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5000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An article and a wiring example for every node.</a:t>
            </a:r>
            <a:endParaRPr/>
          </a:p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Opened from each node's "?" button.</a:t>
            </a:r>
            <a:endParaRPr/>
          </a:p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Searchable index.</a:t>
            </a:r>
            <a:endParaRPr/>
          </a:p>
        </p:txBody>
      </p:sp>
      <p:pic>
        <p:nvPicPr>
          <p:cNvPr id="486171245" name="Screenshot" descr="Built-in Documentation screensho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00000" y="1825625"/>
            <a:ext cx="6853800" cy="3855262"/>
          </a:xfrm>
          <a:prstGeom prst="rect">
            <a:avLst/>
          </a:prstGeom>
          <a:ln w="9525">
            <a:solidFill>
              <a:srgbClr val="4A4E5C"/>
            </a:solidFill>
          </a:ln>
          <a:effectLst>
            <a:outerShdw blurRad="190500" dist="38100" dir="5400000" algn="t" rotWithShape="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01300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7509593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Key Features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24997321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151 node types: filters, effects, granular, spectral and physical.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Saved patches can be reused as nodes.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Fully microtonal: pitch is carried in Hz.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Multisample instruments from imported WAVs.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Many ways to reach the same sound.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32237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20775522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System Architecture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14094930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Node graph with named input and output ports.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Patch engine: topological sort, block-based rendering.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Realtime-safe: no memory allocation in the audio path.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Self-contained .ptr files with embedded samples.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2329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32326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Results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6978133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One tool from quick SFX to multi-channel music.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Flat, node-based UI instead of racks and knobs.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Additive, subtractive, FM, granular, spectral and physical synthesis.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Microtonality built in: nothing assumes the 12-note scale.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Sound variations exported in one batch.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WAV export with configurable sample rate, bit depth and trimming.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Native installers for Windows, macOS and Linux.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JavaFX is the only third-party dependency.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8245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9048" y="-39686"/>
            <a:ext cx="12230097" cy="6954836"/>
          </a:xfrm>
          <a:prstGeom prst="rect">
            <a:avLst/>
          </a:prstGeom>
        </p:spPr>
      </p:pic>
      <p:sp>
        <p:nvSpPr>
          <p:cNvPr id="16957465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Future Work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2039538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A domain-specific language (DSL) so it is programmatically possible to control Petroleum.</a:t>
            </a:r>
            <a:endParaRPr/>
          </a:p>
          <a:p>
            <a:pPr lvl="1">
              <a:defRPr/>
            </a:pPr>
            <a:r>
              <a:rPr lang="en-US">
                <a:solidFill>
                  <a:schemeClr val="bg1"/>
                </a:solidFill>
              </a:rPr>
              <a:t>Plain text describing nodes, connections and values.</a:t>
            </a:r>
            <a:endParaRPr/>
          </a:p>
          <a:p>
            <a:pPr lvl="1">
              <a:defRPr/>
            </a:pPr>
            <a:r>
              <a:rPr lang="en-US">
                <a:solidFill>
                  <a:schemeClr val="bg1"/>
                </a:solidFill>
              </a:rPr>
              <a:t>Agents build and render patches without the GUI.</a:t>
            </a:r>
            <a:endParaRPr lang="en-US">
              <a:solidFill>
                <a:schemeClr val="bg1"/>
              </a:solidFill>
            </a:endParaRPr>
          </a:p>
          <a:p>
            <a:pPr lvl="0">
              <a:defRPr/>
            </a:pPr>
            <a:r>
              <a:rPr lang="en-US">
                <a:solidFill>
                  <a:schemeClr val="bg1"/>
                </a:solidFill>
              </a:rPr>
              <a:t>VST support</a:t>
            </a:r>
            <a:endParaRPr lang="en-US">
              <a:solidFill>
                <a:schemeClr val="bg1"/>
              </a:solidFill>
            </a:endParaRPr>
          </a:p>
          <a:p>
            <a:pPr lvl="0">
              <a:defRPr/>
            </a:pPr>
            <a:r>
              <a:rPr lang="en-US">
                <a:solidFill>
                  <a:schemeClr val="bg1"/>
                </a:solidFill>
              </a:rPr>
              <a:t>Node Based approach conducive to live collaboration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2026-10-12T13:49:52Z</dcterms:modified>
</cp:coreProperties>
</file>